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4648" y="685800"/>
            <a:ext cx="1828800" cy="18288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7889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PLANNER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315468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Personal Itinerary &amp; Expense App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397764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8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Guide, Expectations &amp; Terms of Use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3048" y="4892040"/>
            <a:ext cx="4572000" cy="566928"/>
          </a:xfrm>
          <a:prstGeom prst="roundRect">
            <a:avLst>
              <a:gd name="adj" fmla="val 50000"/>
            </a:avLst>
          </a:prstGeom>
          <a:solidFill>
            <a:srgbClr val="24373C"/>
          </a:solidFill>
          <a:ln w="12700">
            <a:solidFill>
              <a:srgbClr val="3A4E5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3813048" y="489204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8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personal use only  ·  Not a commercial product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This App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73736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Plan your itinerary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084832"/>
            <a:ext cx="4325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any date, name a destination freely, and log activities with time, type, and notes.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1783080"/>
            <a:ext cx="566928" cy="566928"/>
          </a:xfrm>
          <a:prstGeom prst="ellipse">
            <a:avLst/>
          </a:prstGeom>
          <a:solidFill>
            <a:srgbClr val="B565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08076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₱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830568" y="173736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Track forecast vs. actual spend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30568" y="2084832"/>
            <a:ext cx="4325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prices while planning, then log what you really spent — and compare the two.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20040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Split group expenses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3547872"/>
            <a:ext cx="4325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Group Travel to divide actual spend evenly and share a summary image.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80760" y="3246120"/>
            <a:ext cx="566928" cy="566928"/>
          </a:xfrm>
          <a:prstGeom prst="ellipse">
            <a:avLst/>
          </a:prstGeom>
          <a:solidFill>
            <a:srgbClr val="B565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80760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⇪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830568" y="320040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Works fully offline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830568" y="3547872"/>
            <a:ext cx="43251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to your Home Screen like a real app and works with no signal once loaded.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use only — not for commercial distribution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Installing It On Your Phone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4251960"/>
          </a:xfrm>
          <a:prstGeom prst="roundRect">
            <a:avLst>
              <a:gd name="adj" fmla="val 2581"/>
            </a:avLst>
          </a:prstGeom>
          <a:solidFill>
            <a:srgbClr val="E7F3F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933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iPhone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2606040"/>
            <a:ext cx="347472" cy="34747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551176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link in Safari (must be Safari — Chrome and in-app browsers can't install apps on iOS).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3410712"/>
            <a:ext cx="347472" cy="34747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35584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Share icon (square with an arrow).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68680" y="4215384"/>
            <a:ext cx="347472" cy="34747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215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16052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down and tap “Add to Home Screen.”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5020056"/>
            <a:ext cx="347472" cy="34747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5020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96519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“Add.” The app icon now opens full-screen, no browser bar.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1737360"/>
            <a:ext cx="5212080" cy="4251960"/>
          </a:xfrm>
          <a:prstGeom prst="roundRect">
            <a:avLst>
              <a:gd name="adj" fmla="val 2581"/>
            </a:avLst>
          </a:prstGeom>
          <a:solidFill>
            <a:srgbClr val="F5EAE0"/>
          </a:solidFill>
          <a:ln w="12700">
            <a:solidFill>
              <a:srgbClr val="B565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19933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Android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400800" y="2606040"/>
            <a:ext cx="347472" cy="347472"/>
          </a:xfrm>
          <a:prstGeom prst="ellipse">
            <a:avLst/>
          </a:prstGeom>
          <a:solidFill>
            <a:srgbClr val="B5652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2606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551176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link in Chrome.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0" y="3410712"/>
            <a:ext cx="347472" cy="347472"/>
          </a:xfrm>
          <a:prstGeom prst="ellipse">
            <a:avLst/>
          </a:prstGeom>
          <a:solidFill>
            <a:srgbClr val="B5652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0" y="34107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0" y="3355848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“Install” on the banner, or the ⋮ menu → “Install app.”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00800" y="4215384"/>
            <a:ext cx="347472" cy="347472"/>
          </a:xfrm>
          <a:prstGeom prst="ellipse">
            <a:avLst/>
          </a:prstGeom>
          <a:solidFill>
            <a:srgbClr val="B5652B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0" y="42153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4160520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on the native prompt that appears.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00800" y="5020056"/>
            <a:ext cx="347472" cy="347472"/>
          </a:xfrm>
          <a:prstGeom prst="ellipse">
            <a:avLst/>
          </a:prstGeom>
          <a:solidFill>
            <a:srgbClr val="B5652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0" y="50200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858000" y="4965192"/>
            <a:ext cx="4114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icon appears on your Home Screen, working offline from then on.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use only — not for commercial distribution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· 1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Building Your Itinerary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72821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Add a day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08483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+ chip and pick a date from the calendar. Weekday and destination are yours to set freely.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00100" y="2313432"/>
            <a:ext cx="0" cy="521208"/>
          </a:xfrm>
          <a:prstGeom prst="line">
            <a:avLst/>
          </a:prstGeom>
          <a:noFill/>
          <a:ln w="19050">
            <a:solidFill>
              <a:srgbClr val="E4DFD3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548640" y="283464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77977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Tap a day to expand it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313639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strip scrolls through every day you've added, sorted chronologically.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0100" y="3364992"/>
            <a:ext cx="0" cy="521208"/>
          </a:xfrm>
          <a:prstGeom prst="line">
            <a:avLst/>
          </a:prstGeom>
          <a:noFill/>
          <a:ln w="19050">
            <a:solidFill>
              <a:srgbClr val="E4DFD3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383133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Add an activity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418795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time (hour, minute, AM/PM), pick a type, and add food, transport, or note lines with tentative prices.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0100" y="4416552"/>
            <a:ext cx="0" cy="521208"/>
          </a:xfrm>
          <a:prstGeom prst="line">
            <a:avLst/>
          </a:prstGeom>
          <a:noFill/>
          <a:ln w="19050">
            <a:solidFill>
              <a:srgbClr val="E4DFD3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48640" y="4937760"/>
            <a:ext cx="502920" cy="502920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4864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882896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Auto-sorted &amp; auto-logged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23951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Activities re-sort by time automatically, and any price you enter logs as a forecasted expense.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use only — not for commercial distribution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· 2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Forecast vs. Actual Expenses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74920" cy="3566160"/>
          </a:xfrm>
          <a:prstGeom prst="roundRect">
            <a:avLst>
              <a:gd name="adj" fmla="val 3077"/>
            </a:avLst>
          </a:prstGeom>
          <a:solidFill>
            <a:srgbClr val="E7F3F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4434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automatically when you price an itinerary activity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add one manually and toggle “Forecast”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Represents your planning estimate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80760" y="1828800"/>
            <a:ext cx="5074920" cy="3566160"/>
          </a:xfrm>
          <a:prstGeom prst="roundRect">
            <a:avLst>
              <a:gd name="adj" fmla="val 3077"/>
            </a:avLst>
          </a:prstGeom>
          <a:solidFill>
            <a:srgbClr val="F5EAE0"/>
          </a:solidFill>
          <a:ln w="12700">
            <a:solidFill>
              <a:srgbClr val="B565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1031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8F4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606040"/>
            <a:ext cx="4434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really paid, logged as you spend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toggle when adding an expense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in Budget, Category &amp; Destination totals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edit any expense (✎) to convert a Forecast into an Actual once you know the real cost — no need to delete and re-add.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use only — not for commercial distribution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· 3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Summary &amp; Group Splitting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24373C"/>
          </a:solidFill>
          <a:ln w="12700">
            <a:solidFill>
              <a:srgbClr val="3A4E5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084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By Day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spend per day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9202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24373C"/>
          </a:solidFill>
          <a:ln w="12700">
            <a:solidFill>
              <a:srgbClr val="3A4E5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2084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By Category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514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Food, transport, stays &amp; more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943600" y="19202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24373C"/>
          </a:solidFill>
          <a:ln w="12700">
            <a:solidFill>
              <a:srgbClr val="3A4E5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0760" y="2084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By Destination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2514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per place visited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641080" y="1920240"/>
            <a:ext cx="2468880" cy="1371600"/>
          </a:xfrm>
          <a:prstGeom prst="roundRect">
            <a:avLst>
              <a:gd name="adj" fmla="val 6667"/>
            </a:avLst>
          </a:prstGeom>
          <a:solidFill>
            <a:srgbClr val="24373C"/>
          </a:solidFill>
          <a:ln w="12700">
            <a:solidFill>
              <a:srgbClr val="3A4E5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0" y="20848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9D8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Budget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25146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8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vs. over, tracked live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10515600" cy="1828800"/>
          </a:xfrm>
          <a:prstGeom prst="roundRect">
            <a:avLst>
              <a:gd name="adj" fmla="val 6000"/>
            </a:avLst>
          </a:prstGeom>
          <a:solidFill>
            <a:srgbClr val="2A9D8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440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TRAVEL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279392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“Group travel?”, enter the number of people, and actual spend splits evenly — automatically, live.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52560" y="3977640"/>
            <a:ext cx="1188720" cy="11887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052560" y="39776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÷</a:t>
            </a:r>
            <a:endParaRPr lang="en-US" sz="4400" dirty="0"/>
          </a:p>
        </p:txBody>
      </p:sp>
      <p:sp>
        <p:nvSpPr>
          <p:cNvPr id="21" name="Text 19"/>
          <p:cNvSpPr txBox="1"/>
          <p:nvPr/>
        </p:nvSpPr>
        <p:spPr>
          <a:xfrm>
            <a:off x="8138160" y="5212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“Share summary” sends a ready-made image of the split to your group chat.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use only — not for commercial distribution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· 4 OF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Sharing Data With a Partner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74920" cy="3566160"/>
          </a:xfrm>
          <a:prstGeom prst="roundRect">
            <a:avLst>
              <a:gd name="adj" fmla="val 3077"/>
            </a:avLst>
          </a:prstGeom>
          <a:solidFill>
            <a:srgbClr val="E7F3F1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(your device)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4434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Share tab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“Copy code” (or “Share…” for the native share sheet)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code however you like — text, chat, email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80760" y="1828800"/>
            <a:ext cx="5074920" cy="3566160"/>
          </a:xfrm>
          <a:prstGeom prst="roundRect">
            <a:avLst>
              <a:gd name="adj" fmla="val 3077"/>
            </a:avLst>
          </a:prstGeom>
          <a:solidFill>
            <a:srgbClr val="F5EAE0"/>
          </a:solidFill>
          <a:ln w="12700">
            <a:solidFill>
              <a:srgbClr val="B565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210312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8F4E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(their device)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2606040"/>
            <a:ext cx="4434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the code into “Import data”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warning — this replaces what's currently on that device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●"/>
            </a:pPr>
            <a:r>
              <a:rPr lang="en-US" sz="1250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syncs instantly, no account needed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this is a manual, one-way sync — whoever imports last overwrites the other's newer entries. Best used as “edit, export, they import” rather than both editing at once.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use only — not for commercial distribution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PRIVACY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To Expect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73736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Stored only on your device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084832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itinerary and expense data lives in your phone's local browser storage — never uploaded anywhere automatically.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080760" y="1783080"/>
            <a:ext cx="566928" cy="566928"/>
          </a:xfrm>
          <a:prstGeom prst="ellipse">
            <a:avLst/>
          </a:prstGeom>
          <a:solidFill>
            <a:srgbClr val="B5652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080760" y="1783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6830568" y="173736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server, no account, no analytics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30568" y="2084832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backend collecting your data. This app doesn't know who you are or what you enter.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20040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You control every share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3547872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only ever moves between devices when you manually export a code and someone manually imports 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80760" y="3246120"/>
            <a:ext cx="566928" cy="566928"/>
          </a:xfrm>
          <a:prstGeom prst="ellipse">
            <a:avLst/>
          </a:prstGeom>
          <a:solidFill>
            <a:srgbClr val="B565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080760" y="32461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830568" y="320040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Offline updates take a relaunch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830568" y="3547872"/>
            <a:ext cx="43251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app versions download in the background; you may need to reopen the app once or twice, while online, to see them.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use only — not for commercial distribution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EXPECTATIONS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Known Limitations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565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70078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automatic cloud backup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212080" y="170078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lose or reset your phone without exporting first, your data is gone. Export periodically as a backup.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62432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565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25420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Forecast totals are estimates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212080" y="2542032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Tentative prices are planning numbers, not commitments — actual costs can and will differ.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46557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565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38328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One device, one copy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212080" y="338328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phone keeps its own data. Sharing requires the manual export/import code, not real-time sync.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30682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5652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2245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Amounts assume Philippine pesos (PHP)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42245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multi-currency conversion built in.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514807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B565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5065776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for personal trip planning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212080" y="506577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designed, tested, or intended for business, financial, or commercial recordkeeping.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use only — not for commercial distribution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READ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Terms of Use &amp; Disclaimer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28216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Personal use only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0574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C8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 is built and shared strictly for personal, non-commercial trip planning between you and people you choose to share it with. It is not licensed or offered as a commercial product or service.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548640" y="2679192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62432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Provided “as is,” no warranty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953512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C8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guarantee of accuracy, uptime, or fitness for any particular purpose. Use it at your own discretion and risk.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48640" y="3575304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575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52044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Not liable for data loss or financial decisions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849624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C8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creator is not responsible for lost data, calculation errors, or any financial outcome from relying on figures shown here — always verify real costs and splits independently.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4471416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4471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416552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Lawful use only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4745736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C8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app must not be used for any unlawful purpose, including fraud, misrepresentation of expenses, or any activity prohibited by applicable law.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548640" y="5367528"/>
            <a:ext cx="384048" cy="384048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367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5312664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 redistribution as a commercial product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5641848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080" dirty="0">
                <a:solidFill>
                  <a:srgbClr val="C8D3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use and share this app personally, but may not resell, sublicense, or represent it as your own commercial offering.</a:t>
            </a:r>
            <a:endParaRPr lang="en-US" sz="108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use only — not for commercial distribution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82296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371600" y="251460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b="1" dirty="0">
                <a:solidFill>
                  <a:srgbClr val="1B2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By using this app, you acknowledge and accept the expectations and terms above.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1371600" y="3383280"/>
            <a:ext cx="9445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F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travels — and happy planning.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3355848" y="434340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2700">
            <a:solidFill>
              <a:srgbClr val="E4DFD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355848" y="43434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project · Not for commercial use · Use at your own risk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2026-09-14T13:02:04Z</dcterms:created>
  <dcterms:modified xsi:type="dcterms:W3CDTF">2026-09-14T13:02:04Z</dcterms:modified>
</cp:coreProperties>
</file>